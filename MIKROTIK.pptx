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869302" y="1228531"/>
            <a:ext cx="457200" cy="12954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249138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IP</a:t>
            </a:r>
            <a:r>
              <a:rPr lang="ru-RU" sz="1200" dirty="0" smtClean="0"/>
              <a:t> адреси микротик</a:t>
            </a:r>
            <a:endParaRPr lang="ru-RU" sz="1200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352800" y="2286000"/>
            <a:ext cx="838200" cy="8382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14600" y="3124200"/>
            <a:ext cx="1905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/>
              <a:t>Login: admin</a:t>
            </a:r>
          </a:p>
          <a:p>
            <a:r>
              <a:rPr lang="en-US" sz="1500" dirty="0" smtClean="0"/>
              <a:t>Pass: device1214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68185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2" y="533400"/>
            <a:ext cx="9076266" cy="5105400"/>
          </a:xfrm>
        </p:spPr>
      </p:pic>
      <p:cxnSp>
        <p:nvCxnSpPr>
          <p:cNvPr id="7" name="Straight Arrow Connector 6"/>
          <p:cNvCxnSpPr/>
          <p:nvPr/>
        </p:nvCxnSpPr>
        <p:spPr>
          <a:xfrm flipV="1">
            <a:off x="2362200" y="1447800"/>
            <a:ext cx="152400" cy="3048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47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304800" y="2819400"/>
            <a:ext cx="304800" cy="381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404485"/>
            <a:ext cx="2674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Тарзи илова кардани </a:t>
            </a:r>
            <a:r>
              <a:rPr lang="en-US" sz="1600" dirty="0" smtClean="0"/>
              <a:t>VLAN</a:t>
            </a:r>
            <a:endParaRPr lang="ru-RU" sz="1600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620000" y="3009900"/>
            <a:ext cx="152400" cy="4191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572000" y="2819400"/>
            <a:ext cx="2819400" cy="68580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4572000" y="2819400"/>
            <a:ext cx="19050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572000" y="2819400"/>
            <a:ext cx="9525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2819400"/>
            <a:ext cx="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657600" y="2819400"/>
            <a:ext cx="9144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2819400"/>
            <a:ext cx="17526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7400" y="3526274"/>
            <a:ext cx="5195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Leave as is-</a:t>
            </a:r>
            <a:r>
              <a:rPr lang="ru-RU" dirty="0" smtClean="0"/>
              <a:t> не настроенный влан</a:t>
            </a:r>
            <a:br>
              <a:rPr lang="ru-RU" dirty="0" smtClean="0"/>
            </a:br>
            <a:r>
              <a:rPr lang="en-US" dirty="0" smtClean="0"/>
              <a:t>always strip-</a:t>
            </a:r>
            <a:r>
              <a:rPr lang="ru-RU" dirty="0" smtClean="0"/>
              <a:t> для одного влана</a:t>
            </a:r>
          </a:p>
          <a:p>
            <a:r>
              <a:rPr lang="en-US" dirty="0" smtClean="0"/>
              <a:t>Add if missing- </a:t>
            </a:r>
            <a:r>
              <a:rPr lang="ru-RU" dirty="0" smtClean="0"/>
              <a:t>для нескольких вланов</a:t>
            </a:r>
          </a:p>
          <a:p>
            <a:r>
              <a:rPr lang="en-US" dirty="0" smtClean="0"/>
              <a:t>Not a member- </a:t>
            </a:r>
            <a:r>
              <a:rPr lang="ru-RU" dirty="0" smtClean="0"/>
              <a:t>влан выключен на данном порте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7679403" y="3200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601980" y="2939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442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9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81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21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2006-08-16T00:00:00Z</dcterms:created>
  <dcterms:modified xsi:type="dcterms:W3CDTF">2025-11-28T01:30:00Z</dcterms:modified>
</cp:coreProperties>
</file>